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6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5" r:id="rId30"/>
    <p:sldId id="282" r:id="rId31"/>
    <p:sldId id="283" r:id="rId32"/>
    <p:sldId id="284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0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D4943A-6EAB-80B8-B3A3-24DBA8FEF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61" y="6065838"/>
            <a:ext cx="883539" cy="6990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2E29FA-1C2A-B172-6A9D-328E764FE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92076" y="5843518"/>
            <a:ext cx="2317809" cy="101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9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07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48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21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0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4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6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5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86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0139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35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14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63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39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1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39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56080"/>
            <a:ext cx="7772400" cy="1470025"/>
          </a:xfrm>
        </p:spPr>
        <p:txBody>
          <a:bodyPr/>
          <a:lstStyle/>
          <a:p>
            <a:r>
              <a:rPr dirty="0"/>
              <a:t>Pratibha </a:t>
            </a:r>
            <a:r>
              <a:rPr dirty="0" err="1"/>
              <a:t>Poshak</a:t>
            </a:r>
            <a:r>
              <a:rPr dirty="0"/>
              <a:t> IMAS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315720"/>
          </a:xfrm>
        </p:spPr>
        <p:txBody>
          <a:bodyPr>
            <a:normAutofit/>
          </a:bodyPr>
          <a:lstStyle/>
          <a:p>
            <a:r>
              <a:rPr dirty="0"/>
              <a:t>Information Management and Automation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6BFDED-F88B-9C60-D4D2-D0B193174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809" y="5201920"/>
            <a:ext cx="3008382" cy="1316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6E2A43-38AE-2D61-48B2-962DD30B2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6" y="153416"/>
            <a:ext cx="966724" cy="764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E0EF0B-700B-CBCB-F0C4-5DE5B1EFE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691" y="307784"/>
            <a:ext cx="1782191" cy="17821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Pratibha Poshak –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Talent search and nurture initiative for bright students from</a:t>
            </a:r>
            <a:r>
              <a:rPr lang="en-US" dirty="0"/>
              <a:t> underprivileged backgrounds, studying in</a:t>
            </a:r>
            <a:r>
              <a:rPr dirty="0"/>
              <a:t> government schools</a:t>
            </a:r>
          </a:p>
          <a:p>
            <a:r>
              <a:rPr dirty="0"/>
              <a:t>Focus on equity, continuity, and excellence</a:t>
            </a:r>
          </a:p>
          <a:p>
            <a:r>
              <a:rPr dirty="0"/>
              <a:t>Operating at scale across districts, cohorts, and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Process Automation Was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processes were time-consuming and error-prone</a:t>
            </a:r>
          </a:p>
          <a:p>
            <a:r>
              <a:t>Data scattered across spreadsheets and documents</a:t>
            </a:r>
          </a:p>
          <a:p>
            <a:r>
              <a:t>Limited visibility across cohorts and years</a:t>
            </a:r>
          </a:p>
          <a:p>
            <a:r>
              <a:t>High coordination overhead for volunteers and staff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Pratibha Poshak IMAS?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browser-based software system</a:t>
            </a:r>
          </a:p>
          <a:p>
            <a:r>
              <a:t>Automates end-to-end Pratibha Poshak processes</a:t>
            </a:r>
          </a:p>
          <a:p>
            <a:r>
              <a:t>Centralized, structured, and searchable data repository</a:t>
            </a:r>
          </a:p>
          <a:p>
            <a:r>
              <a:t>Designed for scalability and long-term continuity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Stakeholders &amp;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– system configuration and overall control</a:t>
            </a:r>
          </a:p>
          <a:p>
            <a:r>
              <a:t>Batch Coordinators – academic and operational management</a:t>
            </a:r>
          </a:p>
          <a:p>
            <a:r>
              <a:t>Teachers – attendance and teaching activity</a:t>
            </a:r>
          </a:p>
          <a:p>
            <a:r>
              <a:t>Students – relevant academic and event information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Role-Based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user sees only what is relevant to their role</a:t>
            </a:r>
          </a:p>
          <a:p>
            <a:r>
              <a:t>Ensures data security and clarity</a:t>
            </a:r>
          </a:p>
          <a:p>
            <a:r>
              <a:t>Reduces errors and misuse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Functional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 Selection</a:t>
            </a:r>
          </a:p>
          <a:p>
            <a:r>
              <a:rPr dirty="0"/>
              <a:t>Academic Batch Management</a:t>
            </a:r>
          </a:p>
          <a:p>
            <a:r>
              <a:rPr dirty="0"/>
              <a:t>Reports and Custom Lists</a:t>
            </a:r>
          </a:p>
          <a:p>
            <a:r>
              <a:rPr dirty="0"/>
              <a:t>Student Search Across Cohorts</a:t>
            </a:r>
          </a:p>
          <a:p>
            <a:r>
              <a:rPr dirty="0"/>
              <a:t>Event Management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6FE1-B6EE-ADCF-C6AC-C4E82C2E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4B90-6594-8E1C-4765-AFD2F622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Diagram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2D5ACC-20D6-7E51-45C6-E897BE830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413" y="1731963"/>
            <a:ext cx="4059237" cy="4220781"/>
          </a:xfrm>
        </p:spPr>
      </p:pic>
    </p:spTree>
    <p:extLst>
      <p:ext uri="{BB962C8B-B14F-4D97-AF65-F5344CB8AC3E}">
        <p14:creationId xmlns:p14="http://schemas.microsoft.com/office/powerpoint/2010/main" val="373953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Selection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digitization of the selection process</a:t>
            </a:r>
          </a:p>
          <a:p>
            <a:r>
              <a:t>Transparent, auditable, and scalable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Selection – Initial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NMMS data</a:t>
            </a:r>
          </a:p>
          <a:p>
            <a:r>
              <a:t>Automated shortlisting</a:t>
            </a:r>
          </a:p>
          <a:p>
            <a:r>
              <a:t>Generation of call lists</a:t>
            </a:r>
          </a:p>
          <a:p>
            <a:r>
              <a:t>Creation of exam centers and schedules</a:t>
            </a:r>
          </a:p>
          <a:p>
            <a:r>
              <a:t>Hall-ticket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Student Selection – Evaluation to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 attendance updates</a:t>
            </a:r>
          </a:p>
          <a:p>
            <a:r>
              <a:t>Evaluation and score entry</a:t>
            </a:r>
          </a:p>
          <a:p>
            <a:r>
              <a:t>Interview scheduling and outcome recording</a:t>
            </a:r>
          </a:p>
          <a:p>
            <a:r>
              <a:t>Home visit tracking</a:t>
            </a:r>
          </a:p>
          <a:p>
            <a:r>
              <a:t>Final selection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Batch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Creation of academic batches</a:t>
            </a:r>
          </a:p>
          <a:p>
            <a:r>
              <a:t>Batch-wise timetable definition</a:t>
            </a:r>
          </a:p>
          <a:p>
            <a:r>
              <a:t>Subject teacher assignment</a:t>
            </a:r>
          </a:p>
          <a:p>
            <a:r>
              <a:t>Student-to-batch mapping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Session-wise attendance recording</a:t>
            </a:r>
          </a:p>
          <a:p>
            <a:r>
              <a:t>Batch-level visibility</a:t>
            </a:r>
          </a:p>
          <a:p>
            <a:r>
              <a:t>Reliable academic engagement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Hours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computation of monthly teaching hours</a:t>
            </a:r>
          </a:p>
          <a:p>
            <a:r>
              <a:t>Teacher-wise and batch-wise reports</a:t>
            </a:r>
          </a:p>
          <a:p>
            <a:r>
              <a:t>Supports planning and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&amp; Custom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Generation of custom student lists</a:t>
            </a:r>
          </a:p>
          <a:p>
            <a:r>
              <a:t>Commonly required reports available on demand</a:t>
            </a:r>
          </a:p>
          <a:p>
            <a:r>
              <a:t>Eliminates manual compilation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Student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across cohorts and batches</a:t>
            </a:r>
          </a:p>
          <a:p>
            <a:r>
              <a:t>Multiple search criteria supported</a:t>
            </a:r>
          </a:p>
          <a:p>
            <a:r>
              <a:t>Quick retrieval of complete student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of tests, induction programs, and Sammelans</a:t>
            </a:r>
          </a:p>
          <a:p>
            <a:r>
              <a:t>Centralized event information</a:t>
            </a:r>
          </a:p>
          <a:p>
            <a:r>
              <a:t>Historical record maintained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5E6A4-53B1-92BD-E515-9D3B599C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9D73-3345-354C-69BE-59976637E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B8703D-391B-00F3-8C05-24B712F14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9424" y="1731963"/>
            <a:ext cx="4800600" cy="4059237"/>
          </a:xfrm>
        </p:spPr>
      </p:pic>
    </p:spTree>
    <p:extLst>
      <p:ext uri="{BB962C8B-B14F-4D97-AF65-F5344CB8AC3E}">
        <p14:creationId xmlns:p14="http://schemas.microsoft.com/office/powerpoint/2010/main" val="2662615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Browser-based access for all users</a:t>
            </a:r>
          </a:p>
          <a:p>
            <a:r>
              <a:t>Central IMAS web application</a:t>
            </a:r>
          </a:p>
          <a:p>
            <a:r>
              <a:t>Single integrated database</a:t>
            </a:r>
          </a:p>
          <a:p>
            <a:r>
              <a:t>Hosted on a secure Virtual Private Server (VPS)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–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entry and uploads</a:t>
            </a:r>
          </a:p>
          <a:p>
            <a:r>
              <a:t>Validation and processing</a:t>
            </a:r>
          </a:p>
          <a:p>
            <a:r>
              <a:t>Central storage in IMAS database</a:t>
            </a:r>
          </a:p>
          <a:p>
            <a:r>
              <a:t>Role-based access and reporting</a:t>
            </a:r>
          </a:p>
          <a:p>
            <a:r>
              <a:t>One-click backup mechanism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Standardized Master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Pre-loaded education districts and blocks</a:t>
            </a:r>
          </a:p>
          <a:p>
            <a:r>
              <a:t>Pre-loaded schools with official DISE codes</a:t>
            </a:r>
          </a:p>
          <a:p>
            <a:r>
              <a:t>Ensures consistency in naming and reporting</a:t>
            </a:r>
          </a:p>
          <a:p>
            <a:r>
              <a:t>Avoids duplication and errors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Bulk Data Import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Bulk import options across modules</a:t>
            </a:r>
          </a:p>
          <a:p>
            <a:r>
              <a:t>Standardized bulk import templates provided</a:t>
            </a:r>
          </a:p>
          <a:p>
            <a:r>
              <a:t>Efficient onboarding of large datasets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Scale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than 1,50,000 NMMS applicant records loaded</a:t>
            </a:r>
          </a:p>
          <a:p>
            <a:r>
              <a:t>Demonstrates robustness and scalability</a:t>
            </a:r>
          </a:p>
          <a:p>
            <a:r>
              <a:t>Designed to grow further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 of Student Data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About 50 attributes captured per selection-test student</a:t>
            </a:r>
          </a:p>
          <a:p>
            <a:r>
              <a:t>Academic, demographic, and program-related data</a:t>
            </a:r>
          </a:p>
          <a:p>
            <a:r>
              <a:t>Enables rich analysis and long-term tracking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Safety &amp;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Entire system can be backed up with one click</a:t>
            </a:r>
          </a:p>
          <a:p>
            <a:r>
              <a:t>Minimizes risk of data loss</a:t>
            </a:r>
          </a:p>
          <a:p>
            <a:r>
              <a:t>Ensures long-term continuity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Accessible via any modern web browser</a:t>
            </a:r>
          </a:p>
          <a:p>
            <a:r>
              <a:t>No local installation required</a:t>
            </a:r>
          </a:p>
          <a:p>
            <a:r>
              <a:t>Intuitive and user-friendly interface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the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manual effort and errors</a:t>
            </a:r>
          </a:p>
          <a:p>
            <a:r>
              <a:t>Improved transparency and coordination</a:t>
            </a:r>
          </a:p>
          <a:p>
            <a:r>
              <a:t>Institutional memory preserved</a:t>
            </a:r>
          </a:p>
          <a:p>
            <a:r>
              <a:t>Supports scaling of Pratibha Poshak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Alignment with Pratibha Poshak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Strengthens fair talent identification</a:t>
            </a:r>
          </a:p>
          <a:p>
            <a:r>
              <a:t>Supports sustained academic nurturing</a:t>
            </a:r>
          </a:p>
          <a:p>
            <a:r>
              <a:t>Allows teams to focus on mentoring, not administration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ED6B-E106-E302-CBB5-5B15E59E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Stats for Version 1.0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CFD3-B76E-6551-22EF-8A9FA4B73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 Stack: All Open Source – React.js, Node.js, Express.js, PostgreSQL ,Git, GitHub, Docker, Git actions(CI/CD)</a:t>
            </a:r>
          </a:p>
          <a:p>
            <a:r>
              <a:rPr lang="en-US" dirty="0"/>
              <a:t>50 Database Tables, 400+ number of columns (attributes)</a:t>
            </a:r>
          </a:p>
          <a:p>
            <a:r>
              <a:rPr lang="en-US" dirty="0"/>
              <a:t>More than 58,000+ lines of code</a:t>
            </a:r>
          </a:p>
          <a:p>
            <a:r>
              <a:rPr lang="en-US" dirty="0"/>
              <a:t>Started in July 2025</a:t>
            </a:r>
          </a:p>
          <a:p>
            <a:r>
              <a:rPr lang="en-US" dirty="0"/>
              <a:t>More than 1,800 developer-hours</a:t>
            </a:r>
          </a:p>
        </p:txBody>
      </p:sp>
    </p:spTree>
    <p:extLst>
      <p:ext uri="{BB962C8B-B14F-4D97-AF65-F5344CB8AC3E}">
        <p14:creationId xmlns:p14="http://schemas.microsoft.com/office/powerpoint/2010/main" val="2523748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 – Version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 for key features on the go</a:t>
            </a:r>
          </a:p>
          <a:p>
            <a:r>
              <a:t>WhatsApp / messaging interface</a:t>
            </a:r>
          </a:p>
          <a:p>
            <a:r>
              <a:t>Device inventory and student mapping</a:t>
            </a:r>
          </a:p>
          <a:p>
            <a:r>
              <a:t>Internet data recharge tracking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backbone for Pratibha Poshak</a:t>
            </a:r>
          </a:p>
          <a:p>
            <a:r>
              <a:t>Foundation for expansion to more regions</a:t>
            </a:r>
          </a:p>
          <a:p>
            <a:r>
              <a:t>Replicable model for similar initiatives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IMAS is an enabler of efficiency, transparency, and equity</a:t>
            </a:r>
          </a:p>
          <a:p>
            <a:r>
              <a:t>A strategic asset for Pratibha Poshak’s future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194</TotalTime>
  <Words>686</Words>
  <Application>Microsoft Office PowerPoint</Application>
  <PresentationFormat>On-screen Show (4:3)</PresentationFormat>
  <Paragraphs>136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Calisto MT</vt:lpstr>
      <vt:lpstr>Wingdings 2</vt:lpstr>
      <vt:lpstr>Slate</vt:lpstr>
      <vt:lpstr>Pratibha Poshak IMAS</vt:lpstr>
      <vt:lpstr>Pratibha Poshak – Background</vt:lpstr>
      <vt:lpstr>Why Process Automation Was Needed</vt:lpstr>
      <vt:lpstr>What is Pratibha Poshak IMAS?</vt:lpstr>
      <vt:lpstr>Key Stakeholders &amp; Interfaces</vt:lpstr>
      <vt:lpstr>Role-Based Access Control</vt:lpstr>
      <vt:lpstr>Major Functional Areas</vt:lpstr>
      <vt:lpstr>Process Diagram</vt:lpstr>
      <vt:lpstr>Student Selection – Overview</vt:lpstr>
      <vt:lpstr>Student Selection – Initial Stages</vt:lpstr>
      <vt:lpstr>Student Selection – Evaluation to Selection</vt:lpstr>
      <vt:lpstr>Academic Batch Management</vt:lpstr>
      <vt:lpstr>Attendance Tracking</vt:lpstr>
      <vt:lpstr>Teaching Hours &amp; Analytics</vt:lpstr>
      <vt:lpstr>Reports &amp; Custom Lists</vt:lpstr>
      <vt:lpstr>Comprehensive Student Search</vt:lpstr>
      <vt:lpstr>Event Management</vt:lpstr>
      <vt:lpstr>System Architecture </vt:lpstr>
      <vt:lpstr>System Architecture – Overview</vt:lpstr>
      <vt:lpstr>System Architecture – Workflow</vt:lpstr>
      <vt:lpstr>Standardized Master Data</vt:lpstr>
      <vt:lpstr>Bulk Data Import Capability</vt:lpstr>
      <vt:lpstr>System Scale Today</vt:lpstr>
      <vt:lpstr>Depth of Student Data Capture</vt:lpstr>
      <vt:lpstr>Data Safety &amp; Backup</vt:lpstr>
      <vt:lpstr>Technology &amp; Access</vt:lpstr>
      <vt:lpstr>Benefits to the Organization</vt:lpstr>
      <vt:lpstr>Alignment with Pratibha Poshak Vision</vt:lpstr>
      <vt:lpstr>Development Stats for Version 1.0</vt:lpstr>
      <vt:lpstr>Future Roadmap – Version 2.0</vt:lpstr>
      <vt:lpstr>Long-Term Impact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Ravindra Guravannava</dc:creator>
  <cp:keywords/>
  <dc:description>generated using python-pptx</dc:description>
  <cp:lastModifiedBy>Shridhar Guravannavar</cp:lastModifiedBy>
  <cp:revision>16</cp:revision>
  <dcterms:created xsi:type="dcterms:W3CDTF">2013-01-27T09:14:16Z</dcterms:created>
  <dcterms:modified xsi:type="dcterms:W3CDTF">2026-07-04T16:41:58Z</dcterms:modified>
  <cp:category/>
</cp:coreProperties>
</file>