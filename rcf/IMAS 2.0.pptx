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624-F9C1-4BC0-B33E-2FAADF6E8524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CD7B-BAC4-4DD3-B3C3-33AECEB9942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88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624-F9C1-4BC0-B33E-2FAADF6E8524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CD7B-BAC4-4DD3-B3C3-33AECEB9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573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624-F9C1-4BC0-B33E-2FAADF6E8524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CD7B-BAC4-4DD3-B3C3-33AECEB9942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35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624-F9C1-4BC0-B33E-2FAADF6E8524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CD7B-BAC4-4DD3-B3C3-33AECEB9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55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624-F9C1-4BC0-B33E-2FAADF6E8524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CD7B-BAC4-4DD3-B3C3-33AECEB9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003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624-F9C1-4BC0-B33E-2FAADF6E8524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CD7B-BAC4-4DD3-B3C3-33AECEB9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36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624-F9C1-4BC0-B33E-2FAADF6E8524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CD7B-BAC4-4DD3-B3C3-33AECEB9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747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404624-F9C1-4BC0-B33E-2FAADF6E8524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302CD7B-BAC4-4DD3-B3C3-33AECEB9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32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624-F9C1-4BC0-B33E-2FAADF6E8524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CD7B-BAC4-4DD3-B3C3-33AECEB9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07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624-F9C1-4BC0-B33E-2FAADF6E8524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CD7B-BAC4-4DD3-B3C3-33AECEB9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116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04624-F9C1-4BC0-B33E-2FAADF6E8524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CD7B-BAC4-4DD3-B3C3-33AECEB994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74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404624-F9C1-4BC0-B33E-2FAADF6E8524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302CD7B-BAC4-4DD3-B3C3-33AECEB9942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85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F39A03-9708-98DA-5D9F-4CA79E5B1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58283" y="1206310"/>
            <a:ext cx="3946619" cy="668210"/>
          </a:xfrm>
        </p:spPr>
        <p:txBody>
          <a:bodyPr>
            <a:normAutofit/>
          </a:bodyPr>
          <a:lstStyle/>
          <a:p>
            <a:r>
              <a:rPr lang="en-US" dirty="0"/>
              <a:t>System Overview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D786D2-6061-A370-AD37-A2EF5C323860}"/>
              </a:ext>
            </a:extLst>
          </p:cNvPr>
          <p:cNvSpPr txBox="1"/>
          <p:nvPr/>
        </p:nvSpPr>
        <p:spPr>
          <a:xfrm>
            <a:off x="4197096" y="1965960"/>
            <a:ext cx="35570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IMAS 2.0 </a:t>
            </a:r>
            <a:br>
              <a:rPr lang="en-IN" sz="4000" dirty="0"/>
            </a:br>
            <a:r>
              <a:rPr lang="en-IN" sz="4000" b="1" dirty="0">
                <a:solidFill>
                  <a:schemeClr val="accent1"/>
                </a:solidFill>
              </a:rPr>
              <a:t>Demo Session</a:t>
            </a:r>
            <a:endParaRPr lang="en-IN" sz="4000" b="0" dirty="0">
              <a:solidFill>
                <a:schemeClr val="accent1"/>
              </a:solidFill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1284D9-D6CC-F3A1-1E60-5D8EB879303E}"/>
              </a:ext>
            </a:extLst>
          </p:cNvPr>
          <p:cNvSpPr txBox="1"/>
          <p:nvPr/>
        </p:nvSpPr>
        <p:spPr>
          <a:xfrm>
            <a:off x="3230118" y="382910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0" i="0" u="none" strike="noStrike" dirty="0">
                <a:effectLst/>
                <a:latin typeface="Inter"/>
              </a:rPr>
              <a:t>Information Management and Automation System</a:t>
            </a:r>
            <a:endParaRPr lang="en-IN" b="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4E4F90-AFD7-9383-CB44-04B64392BC64}"/>
              </a:ext>
            </a:extLst>
          </p:cNvPr>
          <p:cNvSpPr txBox="1"/>
          <p:nvPr/>
        </p:nvSpPr>
        <p:spPr>
          <a:xfrm>
            <a:off x="3048762" y="5006447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0" i="0" u="none" strike="noStrike" dirty="0">
                <a:solidFill>
                  <a:srgbClr val="64748B"/>
                </a:solidFill>
                <a:effectLst/>
                <a:latin typeface="Inter"/>
              </a:rPr>
              <a:t>Version 2.0.0 | July 2026 Release</a:t>
            </a:r>
            <a:endParaRPr lang="en-IN" b="0" dirty="0"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00B177-246E-3733-37E3-7DC41A88D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91" y="301266"/>
            <a:ext cx="1695450" cy="1019175"/>
          </a:xfrm>
          <a:prstGeom prst="rect">
            <a:avLst/>
          </a:prstGeom>
        </p:spPr>
      </p:pic>
      <p:pic>
        <p:nvPicPr>
          <p:cNvPr id="4" name="Picture 3" descr="RCF Pratibha Poshak Logo">
            <a:extLst>
              <a:ext uri="{FF2B5EF4-FFF2-40B4-BE49-F238E27FC236}">
                <a16:creationId xmlns:a16="http://schemas.microsoft.com/office/drawing/2014/main" id="{A9EF425E-172F-7060-A4C4-F27E9005D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37" y="301266"/>
            <a:ext cx="1857472" cy="123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6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7849B52-56C0-21C2-A1B0-5C44C2D3CC54}"/>
              </a:ext>
            </a:extLst>
          </p:cNvPr>
          <p:cNvSpPr txBox="1"/>
          <p:nvPr/>
        </p:nvSpPr>
        <p:spPr>
          <a:xfrm>
            <a:off x="1350264" y="1203960"/>
            <a:ext cx="363321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IMAS Version 1.0 features</a:t>
            </a:r>
          </a:p>
          <a:p>
            <a:pPr algn="ctr"/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Shortlisting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Selection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Classrooms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Users &amp;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System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Batch Coordinator Interface</a:t>
            </a:r>
          </a:p>
          <a:p>
            <a:endParaRPr lang="en-IN" b="1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7D40AA-DE9C-FD6E-EA13-C9D5A5069511}"/>
              </a:ext>
            </a:extLst>
          </p:cNvPr>
          <p:cNvSpPr txBox="1"/>
          <p:nvPr/>
        </p:nvSpPr>
        <p:spPr>
          <a:xfrm>
            <a:off x="5926567" y="1203960"/>
            <a:ext cx="511024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IMAS Version 2.0 features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Teacher interface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Student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Device 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Automated scheduling of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Mobile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Alumni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Notifications(</a:t>
            </a:r>
            <a:r>
              <a:rPr lang="en-IN" dirty="0" err="1">
                <a:solidFill>
                  <a:srgbClr val="FF0000"/>
                </a:solidFill>
              </a:rPr>
              <a:t>Whatsapp</a:t>
            </a:r>
            <a:r>
              <a:rPr lang="en-IN" dirty="0">
                <a:solidFill>
                  <a:srgbClr val="FF0000"/>
                </a:solidFill>
              </a:rPr>
              <a:t>/SMS)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NMMS Magic Merge Feature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Medium-based removal feature while shortlisting</a:t>
            </a:r>
          </a:p>
        </p:txBody>
      </p:sp>
    </p:spTree>
    <p:extLst>
      <p:ext uri="{BB962C8B-B14F-4D97-AF65-F5344CB8AC3E}">
        <p14:creationId xmlns:p14="http://schemas.microsoft.com/office/powerpoint/2010/main" val="192122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8BDE-D925-9E9E-6991-37AD8AF79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Teacher interface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B2D03-6861-ED33-B560-5FB56DD15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Teacher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Batch Coordinators Info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My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My Class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My Schedule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9463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6552-2449-E1A8-6C0C-EBF11FC2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Student Interface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C07DD-21DD-B8BE-A16C-E97D5557F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Student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Time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My attendance</a:t>
            </a:r>
          </a:p>
        </p:txBody>
      </p:sp>
    </p:spTree>
    <p:extLst>
      <p:ext uri="{BB962C8B-B14F-4D97-AF65-F5344CB8AC3E}">
        <p14:creationId xmlns:p14="http://schemas.microsoft.com/office/powerpoint/2010/main" val="3900234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2AED0-32AB-C768-92E4-69845C15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Device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BDA7E-F23A-3853-088C-914261359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new devices.</a:t>
            </a:r>
          </a:p>
          <a:p>
            <a:r>
              <a:rPr lang="en-US" dirty="0"/>
              <a:t>Manage tablet lifecycle:  </a:t>
            </a:r>
          </a:p>
          <a:p>
            <a:pPr lvl="1"/>
            <a:r>
              <a:rPr lang="en-US" dirty="0"/>
              <a:t>New Arrival  </a:t>
            </a:r>
          </a:p>
          <a:p>
            <a:pPr lvl="1"/>
            <a:r>
              <a:rPr lang="en-US" dirty="0"/>
              <a:t>Assignment to Students  </a:t>
            </a:r>
          </a:p>
          <a:p>
            <a:pPr lvl="1"/>
            <a:r>
              <a:rPr lang="en-US" dirty="0"/>
              <a:t>Returns  </a:t>
            </a:r>
          </a:p>
          <a:p>
            <a:pPr lvl="1"/>
            <a:r>
              <a:rPr lang="en-US" dirty="0"/>
              <a:t>Lost/Damaged</a:t>
            </a:r>
          </a:p>
          <a:p>
            <a:r>
              <a:rPr lang="en-US" dirty="0"/>
              <a:t>Track complete tablet movement history.</a:t>
            </a:r>
          </a:p>
          <a:p>
            <a:r>
              <a:rPr lang="en-US" dirty="0"/>
              <a:t>Advanced filtering and search for easy inventory management.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970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AC67-37BA-331F-C864-1A5D2C33B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Automation in scheduling of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DDA47-1307-4AFF-0CC0-E1BF2D3E3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Generate timetables based on: </a:t>
            </a:r>
          </a:p>
          <a:p>
            <a:pPr lvl="1"/>
            <a:r>
              <a:rPr lang="en-US" dirty="0"/>
              <a:t>Teacher availability  </a:t>
            </a:r>
          </a:p>
          <a:p>
            <a:pPr lvl="1"/>
            <a:r>
              <a:rPr lang="en-US" dirty="0"/>
              <a:t>Skills  </a:t>
            </a:r>
          </a:p>
          <a:p>
            <a:pPr lvl="1"/>
            <a:r>
              <a:rPr lang="en-US" dirty="0"/>
              <a:t>Subjects  </a:t>
            </a:r>
          </a:p>
          <a:p>
            <a:pPr lvl="1"/>
            <a:r>
              <a:rPr lang="en-US" dirty="0"/>
              <a:t>Batches</a:t>
            </a:r>
          </a:p>
          <a:p>
            <a:pPr lvl="1"/>
            <a:r>
              <a:rPr lang="en-US" dirty="0"/>
              <a:t>Identify whether the timetable is feasible or infeasible.</a:t>
            </a:r>
          </a:p>
          <a:p>
            <a:pPr lvl="1"/>
            <a:r>
              <a:rPr lang="en-US" dirty="0"/>
              <a:t>If infeasible, display the exact reason.</a:t>
            </a:r>
          </a:p>
          <a:p>
            <a:pPr lvl="1"/>
            <a:r>
              <a:rPr lang="en-US" dirty="0"/>
              <a:t>Save generated timetables.</a:t>
            </a:r>
          </a:p>
        </p:txBody>
      </p:sp>
    </p:spTree>
    <p:extLst>
      <p:ext uri="{BB962C8B-B14F-4D97-AF65-F5344CB8AC3E}">
        <p14:creationId xmlns:p14="http://schemas.microsoft.com/office/powerpoint/2010/main" val="1658068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EC71E-8F3E-88C0-B2FB-CA63085C9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Mobile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7D12-D518-5F22-4653-3EF25D04A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Batch Coordinator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 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5614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7F81-9CB4-B6FE-5E16-EAE6A4248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Students with "Special Conditions"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EB302-2A09-B72E-AF49-9B0572695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identity students with special health and family conditions.</a:t>
            </a:r>
          </a:p>
          <a:p>
            <a:pPr lvl="1"/>
            <a:r>
              <a:rPr lang="en-IN" dirty="0" err="1"/>
              <a:t>SplHealthCond</a:t>
            </a:r>
            <a:r>
              <a:rPr lang="en-IN" dirty="0"/>
              <a:t> (Yes/No)</a:t>
            </a:r>
          </a:p>
          <a:p>
            <a:pPr lvl="1"/>
            <a:r>
              <a:rPr lang="en-IN" dirty="0" err="1"/>
              <a:t>SplHealthCondDtls</a:t>
            </a:r>
            <a:endParaRPr lang="en-IN" dirty="0"/>
          </a:p>
          <a:p>
            <a:pPr lvl="1"/>
            <a:r>
              <a:rPr lang="en-IN" dirty="0" err="1"/>
              <a:t>SplFamilyCond</a:t>
            </a:r>
            <a:r>
              <a:rPr lang="en-IN" dirty="0"/>
              <a:t> (Yes/No)</a:t>
            </a:r>
          </a:p>
          <a:p>
            <a:pPr lvl="1"/>
            <a:r>
              <a:rPr lang="en-IN" dirty="0" err="1"/>
              <a:t>SplFamilyCondDtls</a:t>
            </a:r>
            <a:r>
              <a:rPr lang="en-I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93251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C9D2-D2C1-BDF0-AD79-08243AD1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NMMS Magic Merge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2319-7A23-61FE-5815-ABB30BC48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Automatic pre-processing of NMMS result (PDFs) and merging with NMMS applicant data received from DIETs.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Detect ambiguities and provide interface to fix them manually.</a:t>
            </a:r>
          </a:p>
        </p:txBody>
      </p:sp>
    </p:spTree>
    <p:extLst>
      <p:ext uri="{BB962C8B-B14F-4D97-AF65-F5344CB8AC3E}">
        <p14:creationId xmlns:p14="http://schemas.microsoft.com/office/powerpoint/2010/main" val="2022240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ABE8-4340-48EC-14BD-D2BE9D02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Medium based removal feature while shortlisting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492D-828E-6F07-7BA7-A024C41B8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feature is required to shortlist students based on their medium.</a:t>
            </a:r>
          </a:p>
        </p:txBody>
      </p:sp>
    </p:spTree>
    <p:extLst>
      <p:ext uri="{BB962C8B-B14F-4D97-AF65-F5344CB8AC3E}">
        <p14:creationId xmlns:p14="http://schemas.microsoft.com/office/powerpoint/2010/main" val="3119808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09391-AF4E-288C-FDFE-ED5B8030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 of 3.0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E6731-AE24-1FBC-40B4-8AD0272FC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Alumni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Staff 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Notification module(WhatsApp/SMS)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 import of attendance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and Authorization(comments from Demand-Farm)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Code cleanup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Additional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Based capabilities</a:t>
            </a:r>
          </a:p>
          <a:p>
            <a:pPr lvl="1"/>
            <a:r>
              <a:rPr lang="en-US" dirty="0"/>
              <a:t>Digitizing hand-filled forms</a:t>
            </a:r>
          </a:p>
          <a:p>
            <a:pPr lvl="1"/>
            <a:r>
              <a:rPr lang="en-US" dirty="0"/>
              <a:t>WhatsApp bot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16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9E4C42-63CA-57E7-255B-79E5BE6C5D38}"/>
              </a:ext>
            </a:extLst>
          </p:cNvPr>
          <p:cNvSpPr txBox="1"/>
          <p:nvPr/>
        </p:nvSpPr>
        <p:spPr>
          <a:xfrm>
            <a:off x="3048000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7200" b="0" i="0" u="none" strike="noStrike" dirty="0">
                <a:effectLst/>
                <a:latin typeface="Inter"/>
              </a:rPr>
              <a:t>Thank you </a:t>
            </a:r>
            <a:r>
              <a:rPr lang="en-IN" sz="7200" dirty="0">
                <a:latin typeface="Inter"/>
              </a:rPr>
              <a:t>all!!</a:t>
            </a:r>
            <a:endParaRPr lang="en-IN" sz="72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4498888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</TotalTime>
  <Words>298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Inter</vt:lpstr>
      <vt:lpstr>Retrospect</vt:lpstr>
      <vt:lpstr>PowerPoint Presentation</vt:lpstr>
      <vt:lpstr>PowerPoint Presentation</vt:lpstr>
      <vt:lpstr>Teacher interface</vt:lpstr>
      <vt:lpstr>Student Interface</vt:lpstr>
      <vt:lpstr>Device inventory</vt:lpstr>
      <vt:lpstr>Automation in scheduling of classes</vt:lpstr>
      <vt:lpstr>Mobile Application</vt:lpstr>
      <vt:lpstr>Students with "Special Conditions"</vt:lpstr>
      <vt:lpstr>NMMS Magic Merge Feature</vt:lpstr>
      <vt:lpstr>Medium based removal feature while shortlisting</vt:lpstr>
      <vt:lpstr>Features of 3.0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Vaddar</dc:creator>
  <cp:lastModifiedBy>Pradeep Awubaigol</cp:lastModifiedBy>
  <cp:revision>5</cp:revision>
  <dcterms:created xsi:type="dcterms:W3CDTF">2026-07-03T01:39:33Z</dcterms:created>
  <dcterms:modified xsi:type="dcterms:W3CDTF">2026-07-03T05:57:54Z</dcterms:modified>
</cp:coreProperties>
</file>